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74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Smart Patient Turning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Bed Monitoring System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Bedridden Patients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828800" y="2651760"/>
            <a:ext cx="5486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IOT Laboratory (CSE-460) | 4th Year 2</a:t>
            </a:r>
            <a:r>
              <a:rPr lang="en-US" sz="1200" baseline="30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Semester | Jahangirnagar University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Khaled Mahmud Jon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Sultan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Abdullah Nazmus-Sakib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Md. Ezharul Islam &amp; Samsun Nahar Khandakar | Date: 03/05/2026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67712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86784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6784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05856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05856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24928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1051560"/>
          </a:xfrm>
          <a:prstGeom prst="rect">
            <a:avLst/>
          </a:prstGeom>
          <a:solidFill>
            <a:srgbClr val="EBF5FB"/>
          </a:solidFill>
          <a:ln w="1905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Bedridden patients are highly vulnerable to pressure ulcers (bed sores) due to prolonged immobility. Continuous manual monitoring is often inefficient and prone to delay. This project proposes an IoT-Based Smart Patient Turning and Bed Monitoring System that continuously monitors patient body pressure, temperature, and humidity conditions, detecting prolonged immobility and generating alerts to prevent pressure ulcers.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048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496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&amp; prone to delays in patient repositioning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0574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05740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40487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Ulcers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2496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 leads to serious health complications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38328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38328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3075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automated remote monitoring systems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38328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338328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73075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Overload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0352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manual caregiver observation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2412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02412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06070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02412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pressure monitoring system for bedridden patients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819656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97280" y="181965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185623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181965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patient immobility duration and detect prolonged stillness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2920" y="2615184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97280" y="261518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26517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261518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IoT-based automated alert system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365760" y="3300984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" y="341071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3410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097280" y="341071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" y="344728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91640" y="341071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real-time notifications to caregivers via mobile app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02920" y="4206240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292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097280" y="420624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856" y="4242816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91640" y="420624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cloud-based data storage and remote monitoring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19202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33272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Unit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Pressure Sensors + DHT22 Temp &amp; Humidity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40280" y="1307592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896112"/>
            <a:ext cx="19202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033272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56032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Unit - collects &amp; processes sensor data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89120" y="1307592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1772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896112"/>
            <a:ext cx="19202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033272"/>
            <a:ext cx="777240" cy="7772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0916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Blynk for data storage &amp; remote access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537960" y="1307592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6656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896112"/>
            <a:ext cx="192024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033272"/>
            <a:ext cx="777240" cy="7772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85800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(local) + Mobile Notifications (remote)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Data Flow: Sensors → Processing → Cloud → Alerts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triggers when patient remains immobile for 2–3 hours  |  Buzzer activates locally  |  Mobile push notification to caregiver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100584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50976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0" y="84124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8412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84124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914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23160" y="1170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FSR/Load Cell sensors detect body pressure distribution. DHT22 measures temperature &amp; humidity in real-time.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1664208"/>
            <a:ext cx="10058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73936"/>
            <a:ext cx="438912" cy="438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71600" y="166420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0" y="166420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0" y="166420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423160" y="17373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423160" y="19933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collects and processes sensor data. System tracks duration of patient immobility.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2487168"/>
            <a:ext cx="10058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96896"/>
            <a:ext cx="438912" cy="4389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371600" y="248716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371600" y="24871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248716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423160" y="2560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Making: 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423160" y="28163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patient remains in same position for 2–3 hours, an alert is triggered automatically.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65760" y="3310128"/>
            <a:ext cx="100584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19856"/>
            <a:ext cx="438912" cy="43891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371600" y="331012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371600" y="331012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286000" y="331012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423160" y="33832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Generation: 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2423160" y="36393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activates locally. Mobile application sends push notification to caregivers.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365760" y="4133088"/>
            <a:ext cx="100584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242816"/>
            <a:ext cx="438912" cy="4389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371600" y="413308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371600" y="413308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2286000" y="413308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423160" y="4206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Integration: 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2423160" y="44622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uploaded to Firebase or Blynk cloud for remote monitoring and historical tracking.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– Block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7132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2880" y="425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Humidity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4251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5V/12V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4846320"/>
            <a:ext cx="8778240" cy="210312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5FB31C7-BA6F-A3C1-5D83-347D417F4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62538"/>
            <a:ext cx="9143999" cy="4194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 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3B2CC969-235A-3988-4C27-DE18BB3D3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40664"/>
            <a:ext cx="9143999" cy="4402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Hardware Components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4475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71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7556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/ Load Cell Sensors (x4)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212848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39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Load Cell Amplifier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596896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5237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Temperature &amp; Humidity Sensor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980944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9077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36499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291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16x2 Display (Optional)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75888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749040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(Optional Bed Tilt)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133088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0599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12V DC Power Supply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443984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517136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4439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Breadboard, Wires, Resistors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8686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Tools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13716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3716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1664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for ESP32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20574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0574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0" y="23500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&amp; real-time sync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27432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27432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 Platform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0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 &amp; alerts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46320" y="34290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34290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Simulator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29200" y="3721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ESP32 circuit simulation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4114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4160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(Optional)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029200" y="4407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simulation &amp; testing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(Bill of Materials)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938401"/>
              </p:ext>
            </p:extLst>
          </p:nvPr>
        </p:nvGraphicFramePr>
        <p:xfrm>
          <a:off x="274320" y="822960"/>
          <a:ext cx="8595360" cy="3418839"/>
        </p:xfrm>
        <a:graphic>
          <a:graphicData uri="http://schemas.openxmlformats.org/drawingml/2006/table">
            <a:tbl>
              <a:tblPr/>
              <a:tblGrid>
                <a:gridCol w="49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(BDT)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Development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600–900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FSR Pressure Sensor / Load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800–1500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7–12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Load Cell Amplifier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150–300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Temperature &amp; Humidity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300–600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Motor (Optional Bed Tilt)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400–800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 (5V/12V Adapter)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300–600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Wires, Breadboard, Miscellaneous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300–500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4160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434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Cost: ~2,900 BDT (~25 USD)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443484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4434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Cost: ~5,100 BDT (~45 USD)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Expected Outcomes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3716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2801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pressure ulcer risk for bedridden patients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8288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patient safety and overall comfort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2377440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468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remote monitoring of patient condition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4320" y="29260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0175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workload for caregivers and nursing staff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3474720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56616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" y="3474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smart healthcare solution (~25–45 USD)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solidFill>
            <a:srgbClr val="FEF9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716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6360" y="12801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stable internet connection for cloud features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754880" y="18288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92024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6636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may be required periodically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754880" y="2377440"/>
            <a:ext cx="4114800" cy="457200"/>
          </a:xfrm>
          <a:prstGeom prst="rect">
            <a:avLst/>
          </a:prstGeom>
          <a:solidFill>
            <a:srgbClr val="FEF9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68880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6636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accuracy limitations in measurements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4754880" y="29260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017520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16636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power dependency for operation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27432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7432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Movement Prediction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201168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201168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Bed Repositioning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374904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374904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 Integration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548640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548640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Alert System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722376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722376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Health Prediction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IoT-Based Smart Patient Turning and Bed Monitoring System provides an effective and low-cost solution for continuous monitoring of bedridden patients. By integrating pressure sensors and DHT22, the system tracks posture, body pressure, temperature, and humidity in real time.</a:t>
            </a:r>
            <a:endParaRPr lang="en-US" sz="1300" dirty="0"/>
          </a:p>
          <a:p>
            <a:pPr marL="0" indent="0" algn="just">
              <a:buNone/>
            </a:pP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ESP32 microcontroller with IoT cloud integration, caregivers receive instant alerts via mobile when abnormal conditions are detected — significantly reducing the risk of pressure ulcers and dependency on manual observation.</a:t>
            </a:r>
            <a:endParaRPr lang="en-US" sz="1300" dirty="0"/>
          </a:p>
          <a:p>
            <a:pPr marL="0" indent="0" algn="just">
              <a:buNone/>
            </a:pP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IoT technology can transform healthcare — improving patient care, increasing efficiency, and reducing caregiver workload. It is a scalable, affordable solution ready for future AI-based enhancements.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~2900-5100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Sensors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CSE-460 | IoT Laboratory | Jahangirnagar University |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851</Words>
  <Application>Microsoft Macintosh PowerPoint</Application>
  <PresentationFormat>On-screen Show (16:9)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Patient Turning and Bed Monitoring System</dc:title>
  <dc:subject>PptxGenJS Presentation</dc:subject>
  <dc:creator>PptxGenJS</dc:creator>
  <cp:lastModifiedBy>shakibrybmn@gmail.com</cp:lastModifiedBy>
  <cp:revision>6</cp:revision>
  <dcterms:created xsi:type="dcterms:W3CDTF">2026-04-30T05:39:50Z</dcterms:created>
  <dcterms:modified xsi:type="dcterms:W3CDTF">2026-05-03T04:52:21Z</dcterms:modified>
</cp:coreProperties>
</file>